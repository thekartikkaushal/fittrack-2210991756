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008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FitTrack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Kartik Kaushal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2210991756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. Preeti Saini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2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FitTrack is a web-based fitness and health management application designed to assist users in achieving their physical goals through intelligent workout scheduling and comprehensive routine tracking.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integrates personalized fitness planning with medicine reminder functionality, creating a unified platform that supports both physical wellness and health adherence.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Developed using React for the frontend and MongoDB for the backend, FitTrack offers a responsive, user-friendly interface combined with efficient data management.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project demonstrates the application of modern web technologies in solving real-world health and fitness challenges, offering a scalable foundation for future enhancements such as AI-driven recommendations and wearable device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3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Maintaining a healthy lifestyle requires consistent workout planning, routine tracking, and timely medicine intake — challenges many individuals struggle to manage effectively.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Existing fitness applications focus solely on activity monitoring, while medication reminder apps operate separately — leading to fragmented health management.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lack of integration results in poor adherence to both fitness goals and medical schedules.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Users need a unified system that simplifies workout scheduling, tracks daily progress, and ensures medication compliance.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FitTrack addresses this gap by combining fitness and medicine management into a single, user-friendly platform — promoting discipline, organization, and overall well-being.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4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objective of FitTrack is to provide a unified platform that: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Generates personalized workout schedules tailored to individual goals such as weight loss, muscle gain, endurance improvement, or general fitness maintenance.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Tracks daily fitness activities including completed workouts, calories burned, steps taken, and sleep patterns.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Manages medicine reminders with automated alerts to ensure timely intake and treatment adherence.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Enables users to maintain consistency, improve health discipline, and efficiently monitor progress toward their physical and wellness goals.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FitTrack aims to encourage healthier lifestyles, improve discipline, and support long-term wellness through a single integrated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/ System Overview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5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FitTrack is proposed as an integrated fitness and health management system delivering personalized workout scheduling and medicine tracking within a single platform.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collects user inputs — physical goals, fitness preferences, and medication details — and generates structured workout plans with timely reminders.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Major components of the system: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Management Module — secure registration, login, and profile management.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Workout Scheduling Module — goal-based personalized exercise plan generation.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Activity Tracking Dashboard — real-time monitoring of fitness metrics.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Medicine Reminder Module — input medication details, dosage schedules, and alert timings.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also maintains secure data storage and user-specific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6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 Authentication &amp; Profile Management: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Secure login, user profiles, and safe storage of personal fitness data.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Personalized Workout Scheduling: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Generates customized workout plans based on user-defined fitness goals for structured training.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Activity Tracking &amp; Monitoring: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Tracks workouts, calories burned, steps taken, and overall routine consistency.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Progress Tracking &amp; Dashboard: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Displays fitness progress through an interactive dashboard with visual insights and history management.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Medicine Tracker: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Allows users to input medication details and reminder timings, with browser notifications to ensure timely dose intake and streak tracking for consistency.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/ Method Used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7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 Development: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Built using React.js with responsive UI design and integration of charts (graphs and pie charts) for data visualization.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 Services: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Developed with Node.js and Express.js to handle server-side logic and RESTful APIs.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Management: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MongoDB is used for efficient and scalable data storage.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Authentication &amp; Security: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Session-based authentication implemented using localStorage to maintain user login state.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 Integration: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RESTful APIs used for seamless communication between frontend and backend.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Visualization: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Libraries like Chart.js / Recharts used in React to represent fitness data through graphs and pie charts.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 &amp; Benefits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FitTrack is expected to deliver the following outcomes: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Improved consistency in workouts and medication adherence through structured scheduling and reminders.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Enhanced self-monitoring and progress visibility through an interactive dashboard.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Promotion of healthier lifestyle habits and simplified routine management.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Better organization and convenience for users managing both fitness and health conditions.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Practical demonstration of integrating fitness and health management technologies into a scalable web application.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Users benefit from a streamlined, all-in-one platform that supports both physical and medical wellness.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Contribution</a:t>
            </a: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9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FitTrack presents a novel approach by combining three key health management functions into a single unified system: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Fitness Planning — personalized, goal-based workout scheduling.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Routine Tracking — daily activity monitoring with visual progress insights.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Medication Adherence — structured medicine reminders with streak tracking.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Unlike existing solutions that address only one of these areas, FitTrack integrates all three within a user-centric platform — creating a comprehensive health management experience accessible through a single web application.</a:t>
            </a: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lang="en-US" sz="1800" dirty="0"/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integration constitutes the original contribution of this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913</Words>
  <Application>Microsoft Office PowerPoint</Application>
  <PresentationFormat>On-screen Show (4:3)</PresentationFormat>
  <Paragraphs>102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Kartik Kaushal</cp:lastModifiedBy>
  <cp:revision>2300</cp:revision>
  <dcterms:created xsi:type="dcterms:W3CDTF">2010-04-09T07:36:15Z</dcterms:created>
  <dcterms:modified xsi:type="dcterms:W3CDTF">2026-05-13T11:33:12Z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